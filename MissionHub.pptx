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B8F6E-7357-BA48-4C3B-668F1395E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A69E0-9C08-E9EB-4545-C212B30DA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2136B-B9EB-DB18-8BF6-90080123E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DD5B-FDDD-4014-9A4E-7A1B989FC7B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22CCA-A81F-9FE6-BF4C-44420A11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F39C8-1360-9220-B0CD-5A787E543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2B32-54CA-4B0F-B9B0-C4FBFBA1E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25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083D-8362-51D0-E434-AAED2E84D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625FF-CAAF-1361-F7EB-7A37B789A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630DF-ADCE-5267-D40E-2A904E2D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DD5B-FDDD-4014-9A4E-7A1B989FC7B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0B8C8-A7DC-8873-EC13-CFB85825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513DB-0A2D-4997-D5E4-1278E727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2B32-54CA-4B0F-B9B0-C4FBFBA1E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55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BF24-CD7E-6A24-530E-535125C24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2A96F-1F4E-7FBC-9242-9CF1EEE7DE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FDC5-BE16-CF81-B102-A8AB1F20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DD5B-FDDD-4014-9A4E-7A1B989FC7B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98CF0-74ED-951C-7B88-C9DAE4B2B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7062D-3BAC-FE52-FB24-D8AB36B0E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2B32-54CA-4B0F-B9B0-C4FBFBA1E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22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5BAEB-BA4C-A369-FF99-35076458E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3A3F8-076B-A5A8-5A73-0C0E609AF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547F3-0161-096D-4082-AD2A9A4D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3E039-D844-0986-A310-5B87C0592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DD5B-FDDD-4014-9A4E-7A1B989FC7B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0E9565-6E2C-9988-6804-E1FBFC7F2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DE4F2-9B15-D6A1-EF58-E2D658B0E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2B32-54CA-4B0F-B9B0-C4FBFBA1E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2617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87A8-34AC-07B8-91AD-950D1AFC8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874976-ABED-B4FE-9902-04F71338A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96B7E-EF90-F493-C865-5615BB538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FDECA1-D72E-B6FE-6372-1D02E882B5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DF8F03-E7BF-7EC5-1AE0-8E8EE0881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2FA1-BCF0-74C3-9ACB-EE10C654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DD5B-FDDD-4014-9A4E-7A1B989FC7B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AB2AED-5421-97D8-7E66-2DE6CC4D6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2B532-713A-40E8-DA64-C48FC123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2B32-54CA-4B0F-B9B0-C4FBFBA1E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825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E96E-D686-E68C-C6C1-45E278EDA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9A038-38AC-9B82-763B-DBA0311FA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DD5B-FDDD-4014-9A4E-7A1B989FC7B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BDDA0F-4102-D843-B21A-1FC5CED0F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63448-1CC4-8F43-11D6-83D365DB1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2B32-54CA-4B0F-B9B0-C4FBFBA1E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06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82CA1C-6E17-3F1C-D38F-BEE5EEFF2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DD5B-FDDD-4014-9A4E-7A1B989FC7B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5BC79-9B7F-0565-84CA-0CB2E683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252AD-3ADF-38C3-02E7-9C5D128E8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2B32-54CA-4B0F-B9B0-C4FBFBA1E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24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1E501-1D9C-0E1D-9F1F-3055E09AF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DA94E-D347-7119-9187-F1C2F3353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0B36D-1B9E-F283-D989-C19CA13A8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5998F-2D10-1C3D-9E42-5AFA21A52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DD5B-FDDD-4014-9A4E-7A1B989FC7B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10C6F-0F4E-85FD-2CF4-0B318983C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E73B9-ECAA-7517-304C-DF182C0C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2B32-54CA-4B0F-B9B0-C4FBFBA1E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614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E8F8-4672-FC9A-C783-011B45B5D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33B350-F57F-9DFC-3530-D9C0A7DB77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A90A1-0E5D-BCF4-DE58-7ADF1EB76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9DA99-3F60-3DDA-8207-7D9893E8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DD5B-FDDD-4014-9A4E-7A1B989FC7B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84D0C-E472-438A-6146-EB1530C26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04D1C6-D11D-7D99-DF69-E4FCF0CB3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2B32-54CA-4B0F-B9B0-C4FBFBA1E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020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D521E-47BD-15CF-7149-0637BB125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DA206-8AB3-7209-FCCC-D5DA7EF26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10962-A4A9-9B9D-026C-C3642AF93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DD5B-FDDD-4014-9A4E-7A1B989FC7B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462CD-D0CE-20E3-E925-B41D99016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7B475-602A-9E61-7BC7-A6804ADD8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2B32-54CA-4B0F-B9B0-C4FBFBA1E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56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03A264-32D9-B138-26EE-977550E95A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BC47C-8C60-F74F-21C8-5E407E682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F3172-2AF9-3CC1-70CC-276EDC941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DD5B-FDDD-4014-9A4E-7A1B989FC7B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9D6A3-918D-87A4-F36D-6C24EFB05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901CB-F46F-61D4-2B35-8EA679C3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02B32-54CA-4B0F-B9B0-C4FBFBA1E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074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2778D1-3479-92CE-0CEE-3034101B4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FD342-9A31-45E2-00FD-AAFA5B0E0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D060B-F8D2-B21D-441A-43644FF83A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FDD5B-FDDD-4014-9A4E-7A1B989FC7B7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C4898-F3DF-EFD3-1B74-779BE1285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19515-5595-8D1C-7702-D9698DCE8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D02B32-54CA-4B0F-B9B0-C4FBFBA1E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22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36E94D-B0B2-2D9C-8061-86CA2FB94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09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06C2C3-D116-23DF-9DEB-BC1FDA4CF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273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862721-A785-CDD0-3327-829026593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09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417AC-F341-9002-9F37-F170B2953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8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6A7D94-4689-428D-85E4-0E517BCBD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191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2B812A-D44E-6ACD-221C-052594691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50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Naitik Shah</dc:creator>
  <cp:lastModifiedBy>Naitik Shah</cp:lastModifiedBy>
  <cp:revision>2</cp:revision>
  <dcterms:created xsi:type="dcterms:W3CDTF">2025-09-09T06:59:09Z</dcterms:created>
  <dcterms:modified xsi:type="dcterms:W3CDTF">2025-09-09T07:02:00Z</dcterms:modified>
</cp:coreProperties>
</file>